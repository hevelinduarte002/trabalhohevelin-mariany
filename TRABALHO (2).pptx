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rick Sans" charset="1" panose="00000000000000000000"/>
      <p:regular r:id="rId18"/>
    </p:embeddedFont>
    <p:embeddedFont>
      <p:font typeface="Open Sans" charset="1" panose="00000000000000000000"/>
      <p:regular r:id="rId19"/>
    </p:embeddedFont>
    <p:embeddedFont>
      <p:font typeface="Open Sans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18" Target="../media/image44.png" Type="http://schemas.openxmlformats.org/officeDocument/2006/relationships/image"/><Relationship Id="rId19" Target="../media/image45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media/image3.png" Type="http://schemas.openxmlformats.org/officeDocument/2006/relationships/image"/><Relationship Id="rId20" Target="../media/image48.png" Type="http://schemas.openxmlformats.org/officeDocument/2006/relationships/image"/><Relationship Id="rId21" Target="../media/image49.svg" Type="http://schemas.openxmlformats.org/officeDocument/2006/relationships/image"/><Relationship Id="rId22" Target="../media/image50.png" Type="http://schemas.openxmlformats.org/officeDocument/2006/relationships/image"/><Relationship Id="rId23" Target="../media/image51.sv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2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16" Target="../media/image57.png" Type="http://schemas.openxmlformats.org/officeDocument/2006/relationships/image"/><Relationship Id="rId17" Target="../media/image58.svg" Type="http://schemas.openxmlformats.org/officeDocument/2006/relationships/image"/><Relationship Id="rId18" Target="../media/image59.png" Type="http://schemas.openxmlformats.org/officeDocument/2006/relationships/image"/><Relationship Id="rId19" Target="../media/image6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26638" y="2648338"/>
            <a:ext cx="14354252" cy="288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  <a:spcBef>
                <a:spcPct val="0"/>
              </a:spcBef>
            </a:pPr>
            <a:r>
              <a:rPr lang="en-US" sz="15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NÚMERO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51014" y="6859479"/>
            <a:ext cx="3785972" cy="1617643"/>
          </a:xfrm>
          <a:custGeom>
            <a:avLst/>
            <a:gdLst/>
            <a:ahLst/>
            <a:cxnLst/>
            <a:rect r="r" b="b" t="t" l="l"/>
            <a:pathLst>
              <a:path h="1617643" w="3785972">
                <a:moveTo>
                  <a:pt x="0" y="0"/>
                </a:moveTo>
                <a:lnTo>
                  <a:pt x="3785972" y="0"/>
                </a:lnTo>
                <a:lnTo>
                  <a:pt x="3785972" y="1617643"/>
                </a:lnTo>
                <a:lnTo>
                  <a:pt x="0" y="1617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6109568"/>
            <a:ext cx="2026638" cy="3148732"/>
          </a:xfrm>
          <a:custGeom>
            <a:avLst/>
            <a:gdLst/>
            <a:ahLst/>
            <a:cxnLst/>
            <a:rect r="r" b="b" t="t" l="l"/>
            <a:pathLst>
              <a:path h="3148732" w="2026638">
                <a:moveTo>
                  <a:pt x="0" y="0"/>
                </a:moveTo>
                <a:lnTo>
                  <a:pt x="2026638" y="0"/>
                </a:lnTo>
                <a:lnTo>
                  <a:pt x="2026638" y="3148732"/>
                </a:lnTo>
                <a:lnTo>
                  <a:pt x="0" y="3148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245981" y="6093934"/>
            <a:ext cx="2026638" cy="3148732"/>
          </a:xfrm>
          <a:custGeom>
            <a:avLst/>
            <a:gdLst/>
            <a:ahLst/>
            <a:cxnLst/>
            <a:rect r="r" b="b" t="t" l="l"/>
            <a:pathLst>
              <a:path h="3148732" w="2026638">
                <a:moveTo>
                  <a:pt x="2026638" y="0"/>
                </a:moveTo>
                <a:lnTo>
                  <a:pt x="0" y="0"/>
                </a:lnTo>
                <a:lnTo>
                  <a:pt x="0" y="3148732"/>
                </a:lnTo>
                <a:lnTo>
                  <a:pt x="2026638" y="3148732"/>
                </a:lnTo>
                <a:lnTo>
                  <a:pt x="202663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97035" y="7814868"/>
            <a:ext cx="1587776" cy="1443432"/>
          </a:xfrm>
          <a:custGeom>
            <a:avLst/>
            <a:gdLst/>
            <a:ahLst/>
            <a:cxnLst/>
            <a:rect r="r" b="b" t="t" l="l"/>
            <a:pathLst>
              <a:path h="1443432" w="1587776">
                <a:moveTo>
                  <a:pt x="0" y="0"/>
                </a:moveTo>
                <a:lnTo>
                  <a:pt x="1587776" y="0"/>
                </a:lnTo>
                <a:lnTo>
                  <a:pt x="1587776" y="1443432"/>
                </a:lnTo>
                <a:lnTo>
                  <a:pt x="0" y="1443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203189" y="7814868"/>
            <a:ext cx="1587776" cy="1443432"/>
          </a:xfrm>
          <a:custGeom>
            <a:avLst/>
            <a:gdLst/>
            <a:ahLst/>
            <a:cxnLst/>
            <a:rect r="r" b="b" t="t" l="l"/>
            <a:pathLst>
              <a:path h="1443432" w="1587776">
                <a:moveTo>
                  <a:pt x="1587776" y="0"/>
                </a:moveTo>
                <a:lnTo>
                  <a:pt x="0" y="0"/>
                </a:lnTo>
                <a:lnTo>
                  <a:pt x="0" y="1443432"/>
                </a:lnTo>
                <a:lnTo>
                  <a:pt x="1587776" y="1443432"/>
                </a:lnTo>
                <a:lnTo>
                  <a:pt x="15877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11551" y="7373529"/>
            <a:ext cx="1420544" cy="1869137"/>
          </a:xfrm>
          <a:custGeom>
            <a:avLst/>
            <a:gdLst/>
            <a:ahLst/>
            <a:cxnLst/>
            <a:rect r="r" b="b" t="t" l="l"/>
            <a:pathLst>
              <a:path h="1869137" w="1420544">
                <a:moveTo>
                  <a:pt x="0" y="0"/>
                </a:moveTo>
                <a:lnTo>
                  <a:pt x="1420544" y="0"/>
                </a:lnTo>
                <a:lnTo>
                  <a:pt x="1420544" y="1869137"/>
                </a:lnTo>
                <a:lnTo>
                  <a:pt x="0" y="18691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4955905" y="7373529"/>
            <a:ext cx="1420544" cy="1869137"/>
          </a:xfrm>
          <a:custGeom>
            <a:avLst/>
            <a:gdLst/>
            <a:ahLst/>
            <a:cxnLst/>
            <a:rect r="r" b="b" t="t" l="l"/>
            <a:pathLst>
              <a:path h="1869137" w="1420544">
                <a:moveTo>
                  <a:pt x="1420544" y="0"/>
                </a:moveTo>
                <a:lnTo>
                  <a:pt x="0" y="0"/>
                </a:lnTo>
                <a:lnTo>
                  <a:pt x="0" y="1869137"/>
                </a:lnTo>
                <a:lnTo>
                  <a:pt x="1420544" y="1869137"/>
                </a:lnTo>
                <a:lnTo>
                  <a:pt x="142054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23801" y="1810243"/>
            <a:ext cx="3439941" cy="838095"/>
          </a:xfrm>
          <a:custGeom>
            <a:avLst/>
            <a:gdLst/>
            <a:ahLst/>
            <a:cxnLst/>
            <a:rect r="r" b="b" t="t" l="l"/>
            <a:pathLst>
              <a:path h="838095" w="3439941">
                <a:moveTo>
                  <a:pt x="0" y="0"/>
                </a:moveTo>
                <a:lnTo>
                  <a:pt x="3439941" y="0"/>
                </a:lnTo>
                <a:lnTo>
                  <a:pt x="3439941" y="838095"/>
                </a:lnTo>
                <a:lnTo>
                  <a:pt x="0" y="8380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5371860" y="1810243"/>
            <a:ext cx="3439941" cy="838095"/>
          </a:xfrm>
          <a:custGeom>
            <a:avLst/>
            <a:gdLst/>
            <a:ahLst/>
            <a:cxnLst/>
            <a:rect r="r" b="b" t="t" l="l"/>
            <a:pathLst>
              <a:path h="838095" w="3439941">
                <a:moveTo>
                  <a:pt x="3439941" y="0"/>
                </a:moveTo>
                <a:lnTo>
                  <a:pt x="0" y="0"/>
                </a:lnTo>
                <a:lnTo>
                  <a:pt x="0" y="838095"/>
                </a:lnTo>
                <a:lnTo>
                  <a:pt x="3439941" y="838095"/>
                </a:lnTo>
                <a:lnTo>
                  <a:pt x="34399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29882" y="1457818"/>
            <a:ext cx="9028236" cy="104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ACERTE  O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635899" y="495581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0" y="0"/>
                </a:moveTo>
                <a:lnTo>
                  <a:pt x="1468503" y="0"/>
                </a:lnTo>
                <a:lnTo>
                  <a:pt x="1468503" y="664832"/>
                </a:lnTo>
                <a:lnTo>
                  <a:pt x="0" y="6648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3183598" y="495581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1468503" y="0"/>
                </a:moveTo>
                <a:lnTo>
                  <a:pt x="0" y="0"/>
                </a:lnTo>
                <a:lnTo>
                  <a:pt x="0" y="664832"/>
                </a:lnTo>
                <a:lnTo>
                  <a:pt x="1468503" y="664832"/>
                </a:lnTo>
                <a:lnTo>
                  <a:pt x="146850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34633" y="1124654"/>
            <a:ext cx="7765750" cy="8229600"/>
          </a:xfrm>
          <a:custGeom>
            <a:avLst/>
            <a:gdLst/>
            <a:ahLst/>
            <a:cxnLst/>
            <a:rect r="r" b="b" t="t" l="l"/>
            <a:pathLst>
              <a:path h="8229600" w="7765750">
                <a:moveTo>
                  <a:pt x="0" y="0"/>
                </a:moveTo>
                <a:lnTo>
                  <a:pt x="7765750" y="0"/>
                </a:lnTo>
                <a:lnTo>
                  <a:pt x="77657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15537" y="6945619"/>
            <a:ext cx="1232028" cy="2312681"/>
          </a:xfrm>
          <a:custGeom>
            <a:avLst/>
            <a:gdLst/>
            <a:ahLst/>
            <a:cxnLst/>
            <a:rect r="r" b="b" t="t" l="l"/>
            <a:pathLst>
              <a:path h="2312681" w="1232028">
                <a:moveTo>
                  <a:pt x="0" y="0"/>
                </a:moveTo>
                <a:lnTo>
                  <a:pt x="1232029" y="0"/>
                </a:lnTo>
                <a:lnTo>
                  <a:pt x="1232029" y="2312681"/>
                </a:lnTo>
                <a:lnTo>
                  <a:pt x="0" y="231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99529" y="6577337"/>
            <a:ext cx="1442846" cy="2680963"/>
          </a:xfrm>
          <a:custGeom>
            <a:avLst/>
            <a:gdLst/>
            <a:ahLst/>
            <a:cxnLst/>
            <a:rect r="r" b="b" t="t" l="l"/>
            <a:pathLst>
              <a:path h="2680963" w="1442846">
                <a:moveTo>
                  <a:pt x="0" y="0"/>
                </a:moveTo>
                <a:lnTo>
                  <a:pt x="1442845" y="0"/>
                </a:lnTo>
                <a:lnTo>
                  <a:pt x="1442845" y="2680963"/>
                </a:lnTo>
                <a:lnTo>
                  <a:pt x="0" y="26809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10292" y="701326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2280" y="1181924"/>
            <a:ext cx="14864722" cy="715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string jogarNovamente = "s";</a:t>
            </a:r>
          </a:p>
          <a:p>
            <a:pPr algn="l">
              <a:lnSpc>
                <a:spcPts val="4109"/>
              </a:lnSpc>
            </a:pP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// Loop principal do jogo — repete enquanto o jogador digitar "s"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while (jogarNovamente == "s")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{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Cria um gerador de números aleatórios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Random numAleatorio = new Random();</a:t>
            </a:r>
          </a:p>
          <a:p>
            <a:pPr algn="l">
              <a:lnSpc>
                <a:spcPts val="4109"/>
              </a:lnSpc>
            </a:pP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Gera o número secreto entre 1 e 20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int numSecreto = numAleatorio.Next(1, 20);</a:t>
            </a:r>
          </a:p>
          <a:p>
            <a:pPr algn="l">
              <a:lnSpc>
                <a:spcPts val="4109"/>
              </a:lnSpc>
            </a:pP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Contador de tentativas do jogador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int tentativas = 0;</a:t>
            </a:r>
          </a:p>
          <a:p>
            <a:pPr algn="l">
              <a:lnSpc>
                <a:spcPts val="410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30684" y="6979439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898016" y="0"/>
                </a:moveTo>
                <a:lnTo>
                  <a:pt x="0" y="0"/>
                </a:lnTo>
                <a:lnTo>
                  <a:pt x="0" y="2245040"/>
                </a:lnTo>
                <a:lnTo>
                  <a:pt x="898016" y="2245040"/>
                </a:lnTo>
                <a:lnTo>
                  <a:pt x="89801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87629" y="351669"/>
            <a:ext cx="2271679" cy="553464"/>
          </a:xfrm>
          <a:custGeom>
            <a:avLst/>
            <a:gdLst/>
            <a:ahLst/>
            <a:cxnLst/>
            <a:rect r="r" b="b" t="t" l="l"/>
            <a:pathLst>
              <a:path h="553464" w="2271679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29754" y="685611"/>
            <a:ext cx="969775" cy="439044"/>
          </a:xfrm>
          <a:custGeom>
            <a:avLst/>
            <a:gdLst/>
            <a:ahLst/>
            <a:cxnLst/>
            <a:rect r="r" b="b" t="t" l="l"/>
            <a:pathLst>
              <a:path h="439044" w="969775">
                <a:moveTo>
                  <a:pt x="0" y="0"/>
                </a:moveTo>
                <a:lnTo>
                  <a:pt x="969775" y="0"/>
                </a:lnTo>
                <a:lnTo>
                  <a:pt x="969775" y="439043"/>
                </a:lnTo>
                <a:lnTo>
                  <a:pt x="0" y="4390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028704" y="1239074"/>
            <a:ext cx="2271679" cy="553464"/>
          </a:xfrm>
          <a:custGeom>
            <a:avLst/>
            <a:gdLst/>
            <a:ahLst/>
            <a:cxnLst/>
            <a:rect r="r" b="b" t="t" l="l"/>
            <a:pathLst>
              <a:path h="553464" w="2271679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07864" y="5143500"/>
            <a:ext cx="2214511" cy="4114800"/>
          </a:xfrm>
          <a:custGeom>
            <a:avLst/>
            <a:gdLst/>
            <a:ahLst/>
            <a:cxnLst/>
            <a:rect r="r" b="b" t="t" l="l"/>
            <a:pathLst>
              <a:path h="4114800" w="2214511">
                <a:moveTo>
                  <a:pt x="2214510" y="0"/>
                </a:moveTo>
                <a:lnTo>
                  <a:pt x="0" y="0"/>
                </a:lnTo>
                <a:lnTo>
                  <a:pt x="0" y="4114800"/>
                </a:lnTo>
                <a:lnTo>
                  <a:pt x="2214510" y="4114800"/>
                </a:lnTo>
                <a:lnTo>
                  <a:pt x="22145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0885" y="701326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18598" y="6861442"/>
            <a:ext cx="1842838" cy="1842838"/>
          </a:xfrm>
          <a:custGeom>
            <a:avLst/>
            <a:gdLst/>
            <a:ahLst/>
            <a:cxnLst/>
            <a:rect r="r" b="b" t="t" l="l"/>
            <a:pathLst>
              <a:path h="1842838" w="1842838">
                <a:moveTo>
                  <a:pt x="0" y="0"/>
                </a:moveTo>
                <a:lnTo>
                  <a:pt x="1842838" y="0"/>
                </a:lnTo>
                <a:lnTo>
                  <a:pt x="1842838" y="1842838"/>
                </a:lnTo>
                <a:lnTo>
                  <a:pt x="0" y="1842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16490" y="6861442"/>
            <a:ext cx="1842838" cy="1842838"/>
          </a:xfrm>
          <a:custGeom>
            <a:avLst/>
            <a:gdLst/>
            <a:ahLst/>
            <a:cxnLst/>
            <a:rect r="r" b="b" t="t" l="l"/>
            <a:pathLst>
              <a:path h="1842838" w="1842838">
                <a:moveTo>
                  <a:pt x="0" y="0"/>
                </a:moveTo>
                <a:lnTo>
                  <a:pt x="1842838" y="0"/>
                </a:lnTo>
                <a:lnTo>
                  <a:pt x="1842838" y="1842838"/>
                </a:lnTo>
                <a:lnTo>
                  <a:pt x="0" y="1842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17662" y="4734842"/>
            <a:ext cx="5015931" cy="4523458"/>
          </a:xfrm>
          <a:custGeom>
            <a:avLst/>
            <a:gdLst/>
            <a:ahLst/>
            <a:cxnLst/>
            <a:rect r="r" b="b" t="t" l="l"/>
            <a:pathLst>
              <a:path h="4523458" w="5015931">
                <a:moveTo>
                  <a:pt x="0" y="0"/>
                </a:moveTo>
                <a:lnTo>
                  <a:pt x="5015931" y="0"/>
                </a:lnTo>
                <a:lnTo>
                  <a:pt x="5015931" y="4523458"/>
                </a:lnTo>
                <a:lnTo>
                  <a:pt x="0" y="4523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5717521" y="4969485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7065089" y="696284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1468504" y="0"/>
                </a:moveTo>
                <a:lnTo>
                  <a:pt x="0" y="0"/>
                </a:lnTo>
                <a:lnTo>
                  <a:pt x="0" y="664832"/>
                </a:lnTo>
                <a:lnTo>
                  <a:pt x="1468504" y="664832"/>
                </a:lnTo>
                <a:lnTo>
                  <a:pt x="1468504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77913" y="507922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0" y="0"/>
                </a:moveTo>
                <a:lnTo>
                  <a:pt x="2137522" y="0"/>
                </a:lnTo>
                <a:lnTo>
                  <a:pt x="2137522" y="520778"/>
                </a:lnTo>
                <a:lnTo>
                  <a:pt x="0" y="520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-1287629" y="5009967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650190" y="4173582"/>
            <a:ext cx="7515290" cy="1357163"/>
            <a:chOff x="0" y="0"/>
            <a:chExt cx="10020386" cy="180955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020386" cy="1546492"/>
              <a:chOff x="0" y="0"/>
              <a:chExt cx="1979336" cy="30548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79336" cy="305480"/>
              </a:xfrm>
              <a:custGeom>
                <a:avLst/>
                <a:gdLst/>
                <a:ahLst/>
                <a:cxnLst/>
                <a:rect r="r" b="b" t="t" l="l"/>
                <a:pathLst>
                  <a:path h="305480" w="1979336">
                    <a:moveTo>
                      <a:pt x="52538" y="0"/>
                    </a:moveTo>
                    <a:lnTo>
                      <a:pt x="1926798" y="0"/>
                    </a:lnTo>
                    <a:cubicBezTo>
                      <a:pt x="1940732" y="0"/>
                      <a:pt x="1954095" y="5535"/>
                      <a:pt x="1963948" y="15388"/>
                    </a:cubicBezTo>
                    <a:cubicBezTo>
                      <a:pt x="1973800" y="25241"/>
                      <a:pt x="1979336" y="38604"/>
                      <a:pt x="1979336" y="52538"/>
                    </a:cubicBezTo>
                    <a:lnTo>
                      <a:pt x="1979336" y="252942"/>
                    </a:lnTo>
                    <a:cubicBezTo>
                      <a:pt x="1979336" y="281958"/>
                      <a:pt x="1955814" y="305480"/>
                      <a:pt x="1926798" y="305480"/>
                    </a:cubicBezTo>
                    <a:lnTo>
                      <a:pt x="52538" y="305480"/>
                    </a:lnTo>
                    <a:cubicBezTo>
                      <a:pt x="38604" y="305480"/>
                      <a:pt x="25241" y="299945"/>
                      <a:pt x="15388" y="290092"/>
                    </a:cubicBezTo>
                    <a:cubicBezTo>
                      <a:pt x="5535" y="280239"/>
                      <a:pt x="0" y="266876"/>
                      <a:pt x="0" y="252942"/>
                    </a:cubicBezTo>
                    <a:lnTo>
                      <a:pt x="0" y="52538"/>
                    </a:lnTo>
                    <a:cubicBezTo>
                      <a:pt x="0" y="38604"/>
                      <a:pt x="5535" y="25241"/>
                      <a:pt x="15388" y="15388"/>
                    </a:cubicBezTo>
                    <a:cubicBezTo>
                      <a:pt x="25241" y="5535"/>
                      <a:pt x="38604" y="0"/>
                      <a:pt x="52538" y="0"/>
                    </a:cubicBezTo>
                    <a:close/>
                  </a:path>
                </a:pathLst>
              </a:custGeom>
              <a:solidFill>
                <a:srgbClr val="4CBC38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0"/>
                <a:ext cx="1979336" cy="400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7279"/>
                  </a:lnSpc>
                </a:pPr>
                <a:r>
                  <a:rPr lang="en-US" b="true" sz="51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    10</a:t>
                </a: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983624" y="312857"/>
              <a:ext cx="1496694" cy="1496694"/>
            </a:xfrm>
            <a:custGeom>
              <a:avLst/>
              <a:gdLst/>
              <a:ahLst/>
              <a:cxnLst/>
              <a:rect r="r" b="b" t="t" l="l"/>
              <a:pathLst>
                <a:path h="1496694" w="1496694">
                  <a:moveTo>
                    <a:pt x="0" y="0"/>
                  </a:moveTo>
                  <a:lnTo>
                    <a:pt x="1496694" y="0"/>
                  </a:lnTo>
                  <a:lnTo>
                    <a:pt x="1496694" y="1496694"/>
                  </a:lnTo>
                  <a:lnTo>
                    <a:pt x="0" y="149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66974" y="1125037"/>
            <a:ext cx="9183216" cy="281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TENTE ADIVINHAR O NÚMERO SECRETO ENTRE 1 E 20!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15536" y="1125037"/>
            <a:ext cx="9772464" cy="188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DIGITE 0 PARA SAIR.</a:t>
            </a:r>
          </a:p>
          <a:p>
            <a:pPr algn="ctr">
              <a:lnSpc>
                <a:spcPts val="742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521603" y="2669902"/>
            <a:ext cx="9772464" cy="95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DIGITE UM NÚMERO: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95387" y="6026045"/>
            <a:ext cx="12022642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Console.WriteLine("=== ACERTE O NÚMERO ===");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Console.WriteLine("Tente adivinhar o número secreto entre 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e 20!");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Console.WriteLine("Digite 0 para sair.");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Console.WriteLine("Digite um número:");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896397"/>
            <a:ext cx="2683566" cy="6361903"/>
          </a:xfrm>
          <a:custGeom>
            <a:avLst/>
            <a:gdLst/>
            <a:ahLst/>
            <a:cxnLst/>
            <a:rect r="r" b="b" t="t" l="l"/>
            <a:pathLst>
              <a:path h="6361903" w="2683566">
                <a:moveTo>
                  <a:pt x="0" y="0"/>
                </a:moveTo>
                <a:lnTo>
                  <a:pt x="2683566" y="0"/>
                </a:lnTo>
                <a:lnTo>
                  <a:pt x="2683566" y="6361903"/>
                </a:lnTo>
                <a:lnTo>
                  <a:pt x="0" y="6361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576246" y="2896397"/>
            <a:ext cx="2683566" cy="6361903"/>
          </a:xfrm>
          <a:custGeom>
            <a:avLst/>
            <a:gdLst/>
            <a:ahLst/>
            <a:cxnLst/>
            <a:rect r="r" b="b" t="t" l="l"/>
            <a:pathLst>
              <a:path h="6361903" w="2683566">
                <a:moveTo>
                  <a:pt x="2683566" y="0"/>
                </a:moveTo>
                <a:lnTo>
                  <a:pt x="0" y="0"/>
                </a:lnTo>
                <a:lnTo>
                  <a:pt x="0" y="6361903"/>
                </a:lnTo>
                <a:lnTo>
                  <a:pt x="2683566" y="6361903"/>
                </a:lnTo>
                <a:lnTo>
                  <a:pt x="26835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28242" y="0"/>
            <a:ext cx="2063140" cy="5535254"/>
          </a:xfrm>
          <a:custGeom>
            <a:avLst/>
            <a:gdLst/>
            <a:ahLst/>
            <a:cxnLst/>
            <a:rect r="r" b="b" t="t" l="l"/>
            <a:pathLst>
              <a:path h="5535254" w="2063140">
                <a:moveTo>
                  <a:pt x="0" y="0"/>
                </a:moveTo>
                <a:lnTo>
                  <a:pt x="2063140" y="0"/>
                </a:lnTo>
                <a:lnTo>
                  <a:pt x="2063140" y="5535254"/>
                </a:lnTo>
                <a:lnTo>
                  <a:pt x="0" y="5535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2870" y="0"/>
            <a:ext cx="2063140" cy="5535254"/>
          </a:xfrm>
          <a:custGeom>
            <a:avLst/>
            <a:gdLst/>
            <a:ahLst/>
            <a:cxnLst/>
            <a:rect r="r" b="b" t="t" l="l"/>
            <a:pathLst>
              <a:path h="5535254" w="2063140">
                <a:moveTo>
                  <a:pt x="2063140" y="0"/>
                </a:moveTo>
                <a:lnTo>
                  <a:pt x="0" y="0"/>
                </a:lnTo>
                <a:lnTo>
                  <a:pt x="0" y="5535254"/>
                </a:lnTo>
                <a:lnTo>
                  <a:pt x="2063140" y="5535254"/>
                </a:lnTo>
                <a:lnTo>
                  <a:pt x="206314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83241" y="7235213"/>
            <a:ext cx="2199007" cy="2023087"/>
          </a:xfrm>
          <a:custGeom>
            <a:avLst/>
            <a:gdLst/>
            <a:ahLst/>
            <a:cxnLst/>
            <a:rect r="r" b="b" t="t" l="l"/>
            <a:pathLst>
              <a:path h="2023087" w="2199007">
                <a:moveTo>
                  <a:pt x="0" y="0"/>
                </a:moveTo>
                <a:lnTo>
                  <a:pt x="2199008" y="0"/>
                </a:lnTo>
                <a:lnTo>
                  <a:pt x="2199008" y="2023087"/>
                </a:lnTo>
                <a:lnTo>
                  <a:pt x="0" y="20230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02290" y="2710477"/>
            <a:ext cx="10497226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// Lê o primeiro número digitado pelo usuário com validação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int numero = LerNumeroValido();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Loop das tentativas — continua até acertar ou digitar 0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while (numero != 0)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{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tentativas++; // Soma uma tentativa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4102290" y="7235213"/>
            <a:ext cx="2199007" cy="2023087"/>
          </a:xfrm>
          <a:custGeom>
            <a:avLst/>
            <a:gdLst/>
            <a:ahLst/>
            <a:cxnLst/>
            <a:rect r="r" b="b" t="t" l="l"/>
            <a:pathLst>
              <a:path h="2023087" w="2199007">
                <a:moveTo>
                  <a:pt x="2199007" y="0"/>
                </a:moveTo>
                <a:lnTo>
                  <a:pt x="0" y="0"/>
                </a:lnTo>
                <a:lnTo>
                  <a:pt x="0" y="2023087"/>
                </a:lnTo>
                <a:lnTo>
                  <a:pt x="2199007" y="2023087"/>
                </a:lnTo>
                <a:lnTo>
                  <a:pt x="219900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59547" y="1391480"/>
            <a:ext cx="2271679" cy="553464"/>
          </a:xfrm>
          <a:custGeom>
            <a:avLst/>
            <a:gdLst/>
            <a:ahLst/>
            <a:cxnLst/>
            <a:rect r="r" b="b" t="t" l="l"/>
            <a:pathLst>
              <a:path h="553464" w="2271679">
                <a:moveTo>
                  <a:pt x="0" y="0"/>
                </a:moveTo>
                <a:lnTo>
                  <a:pt x="2271679" y="0"/>
                </a:lnTo>
                <a:lnTo>
                  <a:pt x="2271679" y="553463"/>
                </a:lnTo>
                <a:lnTo>
                  <a:pt x="0" y="553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256774" y="1391480"/>
            <a:ext cx="2271679" cy="553464"/>
          </a:xfrm>
          <a:custGeom>
            <a:avLst/>
            <a:gdLst/>
            <a:ahLst/>
            <a:cxnLst/>
            <a:rect r="r" b="b" t="t" l="l"/>
            <a:pathLst>
              <a:path h="553464" w="2271679">
                <a:moveTo>
                  <a:pt x="2271679" y="0"/>
                </a:moveTo>
                <a:lnTo>
                  <a:pt x="0" y="0"/>
                </a:lnTo>
                <a:lnTo>
                  <a:pt x="0" y="553463"/>
                </a:lnTo>
                <a:lnTo>
                  <a:pt x="2271679" y="553463"/>
                </a:lnTo>
                <a:lnTo>
                  <a:pt x="227167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506543" y="523299"/>
            <a:ext cx="969775" cy="439044"/>
          </a:xfrm>
          <a:custGeom>
            <a:avLst/>
            <a:gdLst/>
            <a:ahLst/>
            <a:cxnLst/>
            <a:rect r="r" b="b" t="t" l="l"/>
            <a:pathLst>
              <a:path h="439044" w="969775">
                <a:moveTo>
                  <a:pt x="0" y="0"/>
                </a:moveTo>
                <a:lnTo>
                  <a:pt x="969775" y="0"/>
                </a:lnTo>
                <a:lnTo>
                  <a:pt x="969775" y="439044"/>
                </a:lnTo>
                <a:lnTo>
                  <a:pt x="0" y="4390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1811682" y="523299"/>
            <a:ext cx="969775" cy="439044"/>
          </a:xfrm>
          <a:custGeom>
            <a:avLst/>
            <a:gdLst/>
            <a:ahLst/>
            <a:cxnLst/>
            <a:rect r="r" b="b" t="t" l="l"/>
            <a:pathLst>
              <a:path h="439044" w="969775">
                <a:moveTo>
                  <a:pt x="969775" y="0"/>
                </a:moveTo>
                <a:lnTo>
                  <a:pt x="0" y="0"/>
                </a:lnTo>
                <a:lnTo>
                  <a:pt x="0" y="439044"/>
                </a:lnTo>
                <a:lnTo>
                  <a:pt x="969775" y="439044"/>
                </a:lnTo>
                <a:lnTo>
                  <a:pt x="96977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03896" y="696284"/>
            <a:ext cx="2923169" cy="531485"/>
          </a:xfrm>
          <a:custGeom>
            <a:avLst/>
            <a:gdLst/>
            <a:ahLst/>
            <a:cxnLst/>
            <a:rect r="r" b="b" t="t" l="l"/>
            <a:pathLst>
              <a:path h="531485" w="2923169">
                <a:moveTo>
                  <a:pt x="0" y="0"/>
                </a:moveTo>
                <a:lnTo>
                  <a:pt x="2923170" y="0"/>
                </a:lnTo>
                <a:lnTo>
                  <a:pt x="2923170" y="531486"/>
                </a:lnTo>
                <a:lnTo>
                  <a:pt x="0" y="5314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5942" y="701326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10063" y="4734842"/>
            <a:ext cx="5015931" cy="4523458"/>
          </a:xfrm>
          <a:custGeom>
            <a:avLst/>
            <a:gdLst/>
            <a:ahLst/>
            <a:cxnLst/>
            <a:rect r="r" b="b" t="t" l="l"/>
            <a:pathLst>
              <a:path h="4523458" w="5015931">
                <a:moveTo>
                  <a:pt x="0" y="0"/>
                </a:moveTo>
                <a:lnTo>
                  <a:pt x="5015931" y="0"/>
                </a:lnTo>
                <a:lnTo>
                  <a:pt x="5015931" y="4523458"/>
                </a:lnTo>
                <a:lnTo>
                  <a:pt x="0" y="452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7065089" y="696284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1468504" y="0"/>
                </a:moveTo>
                <a:lnTo>
                  <a:pt x="0" y="0"/>
                </a:lnTo>
                <a:lnTo>
                  <a:pt x="0" y="664832"/>
                </a:lnTo>
                <a:lnTo>
                  <a:pt x="1468504" y="664832"/>
                </a:lnTo>
                <a:lnTo>
                  <a:pt x="146850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77913" y="507922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0" y="0"/>
                </a:moveTo>
                <a:lnTo>
                  <a:pt x="2137522" y="0"/>
                </a:lnTo>
                <a:lnTo>
                  <a:pt x="2137522" y="520778"/>
                </a:lnTo>
                <a:lnTo>
                  <a:pt x="0" y="520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1287629" y="5009967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01743" y="7379765"/>
            <a:ext cx="1236871" cy="1921692"/>
          </a:xfrm>
          <a:custGeom>
            <a:avLst/>
            <a:gdLst/>
            <a:ahLst/>
            <a:cxnLst/>
            <a:rect r="r" b="b" t="t" l="l"/>
            <a:pathLst>
              <a:path h="1921692" w="1236871">
                <a:moveTo>
                  <a:pt x="0" y="0"/>
                </a:moveTo>
                <a:lnTo>
                  <a:pt x="1236872" y="0"/>
                </a:lnTo>
                <a:lnTo>
                  <a:pt x="1236872" y="1921692"/>
                </a:lnTo>
                <a:lnTo>
                  <a:pt x="0" y="19216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94294" y="8135780"/>
            <a:ext cx="592106" cy="1100198"/>
          </a:xfrm>
          <a:custGeom>
            <a:avLst/>
            <a:gdLst/>
            <a:ahLst/>
            <a:cxnLst/>
            <a:rect r="r" b="b" t="t" l="l"/>
            <a:pathLst>
              <a:path h="1100198" w="592106">
                <a:moveTo>
                  <a:pt x="0" y="0"/>
                </a:moveTo>
                <a:lnTo>
                  <a:pt x="592106" y="0"/>
                </a:lnTo>
                <a:lnTo>
                  <a:pt x="592106" y="1100198"/>
                </a:lnTo>
                <a:lnTo>
                  <a:pt x="0" y="11001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69971" y="5909740"/>
            <a:ext cx="10171118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INFELIZMENTE NÃO FOI DESSA VEZ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69971" y="866242"/>
            <a:ext cx="14257095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// Caso o número seja menor que o secreto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if (numero &lt; numSecreto)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{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Console.WriteLine("O número " + numero + " é MAIOR que o secreto.");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Console.WriteLine("INFELIZMENTE NÃO FOI DESTA VEZ!");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369971" y="4552806"/>
            <a:ext cx="1321379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O NÚMERO 10 É MAIOR QUE O SECRETO.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703896" y="696284"/>
            <a:ext cx="2923169" cy="531485"/>
          </a:xfrm>
          <a:custGeom>
            <a:avLst/>
            <a:gdLst/>
            <a:ahLst/>
            <a:cxnLst/>
            <a:rect r="r" b="b" t="t" l="l"/>
            <a:pathLst>
              <a:path h="531485" w="2923169">
                <a:moveTo>
                  <a:pt x="0" y="0"/>
                </a:moveTo>
                <a:lnTo>
                  <a:pt x="2923170" y="0"/>
                </a:lnTo>
                <a:lnTo>
                  <a:pt x="2923170" y="531486"/>
                </a:lnTo>
                <a:lnTo>
                  <a:pt x="0" y="5314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03896" y="696284"/>
            <a:ext cx="2923169" cy="531485"/>
          </a:xfrm>
          <a:custGeom>
            <a:avLst/>
            <a:gdLst/>
            <a:ahLst/>
            <a:cxnLst/>
            <a:rect r="r" b="b" t="t" l="l"/>
            <a:pathLst>
              <a:path h="531485" w="2923169">
                <a:moveTo>
                  <a:pt x="0" y="0"/>
                </a:moveTo>
                <a:lnTo>
                  <a:pt x="2923170" y="0"/>
                </a:lnTo>
                <a:lnTo>
                  <a:pt x="2923170" y="531486"/>
                </a:lnTo>
                <a:lnTo>
                  <a:pt x="0" y="5314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7066" y="701326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7065089" y="696284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1468504" y="0"/>
                </a:moveTo>
                <a:lnTo>
                  <a:pt x="0" y="0"/>
                </a:lnTo>
                <a:lnTo>
                  <a:pt x="0" y="664832"/>
                </a:lnTo>
                <a:lnTo>
                  <a:pt x="1468504" y="664832"/>
                </a:lnTo>
                <a:lnTo>
                  <a:pt x="14685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7913" y="507922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0" y="0"/>
                </a:moveTo>
                <a:lnTo>
                  <a:pt x="2137522" y="0"/>
                </a:lnTo>
                <a:lnTo>
                  <a:pt x="2137522" y="520778"/>
                </a:lnTo>
                <a:lnTo>
                  <a:pt x="0" y="520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287629" y="5009967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83766" y="7436370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30"/>
                </a:lnTo>
                <a:lnTo>
                  <a:pt x="0" y="182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1955" y="712259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8655" y="7545701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29"/>
                </a:lnTo>
                <a:lnTo>
                  <a:pt x="0" y="1821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84296" y="8026450"/>
            <a:ext cx="492740" cy="1231850"/>
          </a:xfrm>
          <a:custGeom>
            <a:avLst/>
            <a:gdLst/>
            <a:ahLst/>
            <a:cxnLst/>
            <a:rect r="r" b="b" t="t" l="l"/>
            <a:pathLst>
              <a:path h="1231850" w="492740">
                <a:moveTo>
                  <a:pt x="0" y="0"/>
                </a:moveTo>
                <a:lnTo>
                  <a:pt x="492740" y="0"/>
                </a:lnTo>
                <a:lnTo>
                  <a:pt x="492740" y="1231850"/>
                </a:lnTo>
                <a:lnTo>
                  <a:pt x="0" y="1231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69971" y="866242"/>
            <a:ext cx="14257095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// Caso o número seja maior que o secreto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else if (numero &gt; numSecreto)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{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Console.WriteLine("O número " + numero + " é MENOR que o secreto.");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Console.WriteLine("INFELIZMENTE NÃO FOI DESTA VEZ!");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703896" y="762957"/>
            <a:ext cx="2923169" cy="531485"/>
          </a:xfrm>
          <a:custGeom>
            <a:avLst/>
            <a:gdLst/>
            <a:ahLst/>
            <a:cxnLst/>
            <a:rect r="r" b="b" t="t" l="l"/>
            <a:pathLst>
              <a:path h="531485" w="2923169">
                <a:moveTo>
                  <a:pt x="0" y="0"/>
                </a:moveTo>
                <a:lnTo>
                  <a:pt x="2923170" y="0"/>
                </a:lnTo>
                <a:lnTo>
                  <a:pt x="2923170" y="531486"/>
                </a:lnTo>
                <a:lnTo>
                  <a:pt x="0" y="5314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337194" y="729621"/>
            <a:ext cx="3289872" cy="598158"/>
          </a:xfrm>
          <a:custGeom>
            <a:avLst/>
            <a:gdLst/>
            <a:ahLst/>
            <a:cxnLst/>
            <a:rect r="r" b="b" t="t" l="l"/>
            <a:pathLst>
              <a:path h="598158" w="3289872">
                <a:moveTo>
                  <a:pt x="0" y="0"/>
                </a:moveTo>
                <a:lnTo>
                  <a:pt x="3289872" y="0"/>
                </a:lnTo>
                <a:lnTo>
                  <a:pt x="3289872" y="598158"/>
                </a:lnTo>
                <a:lnTo>
                  <a:pt x="0" y="5981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69971" y="5909740"/>
            <a:ext cx="10171118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INFELIZMENTE NÃO FOI DESSA VEZ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69971" y="4552806"/>
            <a:ext cx="1321379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O NÚMERO 10 É MENOR QUE O SECRETO.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498519" y="8245110"/>
            <a:ext cx="592106" cy="1100198"/>
          </a:xfrm>
          <a:custGeom>
            <a:avLst/>
            <a:gdLst/>
            <a:ahLst/>
            <a:cxnLst/>
            <a:rect r="r" b="b" t="t" l="l"/>
            <a:pathLst>
              <a:path h="1100198" w="592106">
                <a:moveTo>
                  <a:pt x="0" y="0"/>
                </a:moveTo>
                <a:lnTo>
                  <a:pt x="592106" y="0"/>
                </a:lnTo>
                <a:lnTo>
                  <a:pt x="592106" y="1100198"/>
                </a:lnTo>
                <a:lnTo>
                  <a:pt x="0" y="11001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61647" y="7545701"/>
            <a:ext cx="1236871" cy="1921692"/>
          </a:xfrm>
          <a:custGeom>
            <a:avLst/>
            <a:gdLst/>
            <a:ahLst/>
            <a:cxnLst/>
            <a:rect r="r" b="b" t="t" l="l"/>
            <a:pathLst>
              <a:path h="1921692" w="1236871">
                <a:moveTo>
                  <a:pt x="0" y="0"/>
                </a:moveTo>
                <a:lnTo>
                  <a:pt x="1236872" y="0"/>
                </a:lnTo>
                <a:lnTo>
                  <a:pt x="1236872" y="1921692"/>
                </a:lnTo>
                <a:lnTo>
                  <a:pt x="0" y="19216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944600" y="8135780"/>
            <a:ext cx="785165" cy="785165"/>
          </a:xfrm>
          <a:custGeom>
            <a:avLst/>
            <a:gdLst/>
            <a:ahLst/>
            <a:cxnLst/>
            <a:rect r="r" b="b" t="t" l="l"/>
            <a:pathLst>
              <a:path h="785165" w="785165">
                <a:moveTo>
                  <a:pt x="0" y="0"/>
                </a:moveTo>
                <a:lnTo>
                  <a:pt x="785165" y="0"/>
                </a:lnTo>
                <a:lnTo>
                  <a:pt x="785165" y="785165"/>
                </a:lnTo>
                <a:lnTo>
                  <a:pt x="0" y="78516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065089" y="696284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1468504" y="0"/>
                </a:moveTo>
                <a:lnTo>
                  <a:pt x="0" y="0"/>
                </a:lnTo>
                <a:lnTo>
                  <a:pt x="0" y="664832"/>
                </a:lnTo>
                <a:lnTo>
                  <a:pt x="1468504" y="664832"/>
                </a:lnTo>
                <a:lnTo>
                  <a:pt x="14685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77913" y="507922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0" y="0"/>
                </a:moveTo>
                <a:lnTo>
                  <a:pt x="2137522" y="0"/>
                </a:lnTo>
                <a:lnTo>
                  <a:pt x="2137522" y="520778"/>
                </a:lnTo>
                <a:lnTo>
                  <a:pt x="0" y="520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287629" y="5009967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69971" y="866242"/>
            <a:ext cx="14257095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// Caso o jogador acerte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else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{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Console.WriteLine("PARABÉNS, VOCÊ ACERTOU!");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Console.WriteLine("Você acertou em " + tentativas + " tentativa(s)!");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break; // Sai do loop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69971" y="4552806"/>
            <a:ext cx="1321379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PARABÉNS, VOCÊ ACERTOU!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8655" y="7545701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29"/>
                </a:lnTo>
                <a:lnTo>
                  <a:pt x="0" y="18219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87629" y="1206920"/>
            <a:ext cx="3428063" cy="8126873"/>
          </a:xfrm>
          <a:custGeom>
            <a:avLst/>
            <a:gdLst/>
            <a:ahLst/>
            <a:cxnLst/>
            <a:rect r="r" b="b" t="t" l="l"/>
            <a:pathLst>
              <a:path h="8126873" w="3428063">
                <a:moveTo>
                  <a:pt x="0" y="0"/>
                </a:moveTo>
                <a:lnTo>
                  <a:pt x="3428063" y="0"/>
                </a:lnTo>
                <a:lnTo>
                  <a:pt x="3428063" y="8126873"/>
                </a:lnTo>
                <a:lnTo>
                  <a:pt x="0" y="8126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81628" y="8233595"/>
            <a:ext cx="592106" cy="1100198"/>
          </a:xfrm>
          <a:custGeom>
            <a:avLst/>
            <a:gdLst/>
            <a:ahLst/>
            <a:cxnLst/>
            <a:rect r="r" b="b" t="t" l="l"/>
            <a:pathLst>
              <a:path h="1100198" w="592106">
                <a:moveTo>
                  <a:pt x="0" y="0"/>
                </a:moveTo>
                <a:lnTo>
                  <a:pt x="592106" y="0"/>
                </a:lnTo>
                <a:lnTo>
                  <a:pt x="592106" y="1100198"/>
                </a:lnTo>
                <a:lnTo>
                  <a:pt x="0" y="1100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55018" y="4116984"/>
            <a:ext cx="4126021" cy="5216808"/>
          </a:xfrm>
          <a:custGeom>
            <a:avLst/>
            <a:gdLst/>
            <a:ahLst/>
            <a:cxnLst/>
            <a:rect r="r" b="b" t="t" l="l"/>
            <a:pathLst>
              <a:path h="5216808" w="4126021">
                <a:moveTo>
                  <a:pt x="0" y="0"/>
                </a:moveTo>
                <a:lnTo>
                  <a:pt x="4126021" y="0"/>
                </a:lnTo>
                <a:lnTo>
                  <a:pt x="4126021" y="5216809"/>
                </a:lnTo>
                <a:lnTo>
                  <a:pt x="0" y="52168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69971" y="8163825"/>
            <a:ext cx="583057" cy="1094475"/>
          </a:xfrm>
          <a:custGeom>
            <a:avLst/>
            <a:gdLst/>
            <a:ahLst/>
            <a:cxnLst/>
            <a:rect r="r" b="b" t="t" l="l"/>
            <a:pathLst>
              <a:path h="1094475" w="583057">
                <a:moveTo>
                  <a:pt x="0" y="0"/>
                </a:moveTo>
                <a:lnTo>
                  <a:pt x="583057" y="0"/>
                </a:lnTo>
                <a:lnTo>
                  <a:pt x="583057" y="1094475"/>
                </a:lnTo>
                <a:lnTo>
                  <a:pt x="0" y="10944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15000" y="7980970"/>
            <a:ext cx="1028145" cy="1352823"/>
          </a:xfrm>
          <a:custGeom>
            <a:avLst/>
            <a:gdLst/>
            <a:ahLst/>
            <a:cxnLst/>
            <a:rect r="r" b="b" t="t" l="l"/>
            <a:pathLst>
              <a:path h="1352823" w="1028145">
                <a:moveTo>
                  <a:pt x="0" y="0"/>
                </a:moveTo>
                <a:lnTo>
                  <a:pt x="1028145" y="0"/>
                </a:lnTo>
                <a:lnTo>
                  <a:pt x="1028145" y="1352823"/>
                </a:lnTo>
                <a:lnTo>
                  <a:pt x="0" y="135282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55018" y="768311"/>
            <a:ext cx="2923169" cy="531485"/>
          </a:xfrm>
          <a:custGeom>
            <a:avLst/>
            <a:gdLst/>
            <a:ahLst/>
            <a:cxnLst/>
            <a:rect r="r" b="b" t="t" l="l"/>
            <a:pathLst>
              <a:path h="531485" w="2923169">
                <a:moveTo>
                  <a:pt x="0" y="0"/>
                </a:moveTo>
                <a:lnTo>
                  <a:pt x="2923170" y="0"/>
                </a:lnTo>
                <a:lnTo>
                  <a:pt x="2923170" y="531485"/>
                </a:lnTo>
                <a:lnTo>
                  <a:pt x="0" y="53148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369971" y="5909740"/>
            <a:ext cx="10171118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VOCÊ ACERTOU EM 3 TENTATIVAS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349196" y="8163825"/>
            <a:ext cx="904808" cy="811037"/>
          </a:xfrm>
          <a:custGeom>
            <a:avLst/>
            <a:gdLst/>
            <a:ahLst/>
            <a:cxnLst/>
            <a:rect r="r" b="b" t="t" l="l"/>
            <a:pathLst>
              <a:path h="811037" w="904808">
                <a:moveTo>
                  <a:pt x="0" y="0"/>
                </a:moveTo>
                <a:lnTo>
                  <a:pt x="904808" y="0"/>
                </a:lnTo>
                <a:lnTo>
                  <a:pt x="904808" y="811037"/>
                </a:lnTo>
                <a:lnTo>
                  <a:pt x="0" y="81103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7066" y="701326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287629" y="5009967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96161" y="4267520"/>
            <a:ext cx="14925498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Console.WriteLine();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Console.Write("Tente novamente (ou 0 para sair): 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// Lê novamente com validação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numero = LerNumeroValido();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}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Caso o jogador desista digitando 0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if (numero == 0)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{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Console.WriteLine("O número secreto era: " + numSecreto);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583766" y="7436370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30"/>
                </a:lnTo>
                <a:lnTo>
                  <a:pt x="0" y="182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1955" y="712259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655" y="7545701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29"/>
                </a:lnTo>
                <a:lnTo>
                  <a:pt x="0" y="1821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84296" y="8026450"/>
            <a:ext cx="492740" cy="1231850"/>
          </a:xfrm>
          <a:custGeom>
            <a:avLst/>
            <a:gdLst/>
            <a:ahLst/>
            <a:cxnLst/>
            <a:rect r="r" b="b" t="t" l="l"/>
            <a:pathLst>
              <a:path h="1231850" w="492740">
                <a:moveTo>
                  <a:pt x="0" y="0"/>
                </a:moveTo>
                <a:lnTo>
                  <a:pt x="492740" y="0"/>
                </a:lnTo>
                <a:lnTo>
                  <a:pt x="492740" y="1231850"/>
                </a:lnTo>
                <a:lnTo>
                  <a:pt x="0" y="1231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28655" y="1361116"/>
            <a:ext cx="7515290" cy="1357163"/>
            <a:chOff x="0" y="0"/>
            <a:chExt cx="10020386" cy="180955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020386" cy="1546492"/>
              <a:chOff x="0" y="0"/>
              <a:chExt cx="1979336" cy="3054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79336" cy="305480"/>
              </a:xfrm>
              <a:custGeom>
                <a:avLst/>
                <a:gdLst/>
                <a:ahLst/>
                <a:cxnLst/>
                <a:rect r="r" b="b" t="t" l="l"/>
                <a:pathLst>
                  <a:path h="305480" w="1979336">
                    <a:moveTo>
                      <a:pt x="52538" y="0"/>
                    </a:moveTo>
                    <a:lnTo>
                      <a:pt x="1926798" y="0"/>
                    </a:lnTo>
                    <a:cubicBezTo>
                      <a:pt x="1940732" y="0"/>
                      <a:pt x="1954095" y="5535"/>
                      <a:pt x="1963948" y="15388"/>
                    </a:cubicBezTo>
                    <a:cubicBezTo>
                      <a:pt x="1973800" y="25241"/>
                      <a:pt x="1979336" y="38604"/>
                      <a:pt x="1979336" y="52538"/>
                    </a:cubicBezTo>
                    <a:lnTo>
                      <a:pt x="1979336" y="252942"/>
                    </a:lnTo>
                    <a:cubicBezTo>
                      <a:pt x="1979336" y="281958"/>
                      <a:pt x="1955814" y="305480"/>
                      <a:pt x="1926798" y="305480"/>
                    </a:cubicBezTo>
                    <a:lnTo>
                      <a:pt x="52538" y="305480"/>
                    </a:lnTo>
                    <a:cubicBezTo>
                      <a:pt x="38604" y="305480"/>
                      <a:pt x="25241" y="299945"/>
                      <a:pt x="15388" y="290092"/>
                    </a:cubicBezTo>
                    <a:cubicBezTo>
                      <a:pt x="5535" y="280239"/>
                      <a:pt x="0" y="266876"/>
                      <a:pt x="0" y="252942"/>
                    </a:cubicBezTo>
                    <a:lnTo>
                      <a:pt x="0" y="52538"/>
                    </a:lnTo>
                    <a:cubicBezTo>
                      <a:pt x="0" y="38604"/>
                      <a:pt x="5535" y="25241"/>
                      <a:pt x="15388" y="15388"/>
                    </a:cubicBezTo>
                    <a:cubicBezTo>
                      <a:pt x="25241" y="5535"/>
                      <a:pt x="38604" y="0"/>
                      <a:pt x="52538" y="0"/>
                    </a:cubicBezTo>
                    <a:close/>
                  </a:path>
                </a:pathLst>
              </a:custGeom>
              <a:solidFill>
                <a:srgbClr val="4CBC3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0"/>
                <a:ext cx="1979336" cy="400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7279"/>
                  </a:lnSpc>
                </a:pPr>
                <a:r>
                  <a:rPr lang="en-US" b="true" sz="51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    0</a:t>
                </a: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983624" y="312857"/>
              <a:ext cx="1496694" cy="1496694"/>
            </a:xfrm>
            <a:custGeom>
              <a:avLst/>
              <a:gdLst/>
              <a:ahLst/>
              <a:cxnLst/>
              <a:rect r="r" b="b" t="t" l="l"/>
              <a:pathLst>
                <a:path h="1496694" w="1496694">
                  <a:moveTo>
                    <a:pt x="0" y="0"/>
                  </a:moveTo>
                  <a:lnTo>
                    <a:pt x="1496694" y="0"/>
                  </a:lnTo>
                  <a:lnTo>
                    <a:pt x="1496694" y="1496694"/>
                  </a:lnTo>
                  <a:lnTo>
                    <a:pt x="0" y="149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3022666" y="3514542"/>
            <a:ext cx="3289872" cy="598158"/>
          </a:xfrm>
          <a:custGeom>
            <a:avLst/>
            <a:gdLst/>
            <a:ahLst/>
            <a:cxnLst/>
            <a:rect r="r" b="b" t="t" l="l"/>
            <a:pathLst>
              <a:path h="598158" w="3289872">
                <a:moveTo>
                  <a:pt x="0" y="0"/>
                </a:moveTo>
                <a:lnTo>
                  <a:pt x="3289872" y="0"/>
                </a:lnTo>
                <a:lnTo>
                  <a:pt x="3289872" y="598159"/>
                </a:lnTo>
                <a:lnTo>
                  <a:pt x="0" y="5981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6542" y="311150"/>
            <a:ext cx="1321379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TENTE NOVAMENTE (OU 0 PARA SAIR):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8655" y="2701742"/>
            <a:ext cx="1321379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O NÚMERO SECRETO ERA: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01600" y="591029"/>
            <a:ext cx="4987928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SE O USUÁRIO ERRAR NOVAMENTE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7066" y="701326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7065089" y="696284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1468504" y="0"/>
                </a:moveTo>
                <a:lnTo>
                  <a:pt x="0" y="0"/>
                </a:lnTo>
                <a:lnTo>
                  <a:pt x="0" y="664832"/>
                </a:lnTo>
                <a:lnTo>
                  <a:pt x="1468504" y="664832"/>
                </a:lnTo>
                <a:lnTo>
                  <a:pt x="14685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7913" y="507922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0" y="0"/>
                </a:moveTo>
                <a:lnTo>
                  <a:pt x="2137522" y="0"/>
                </a:lnTo>
                <a:lnTo>
                  <a:pt x="2137522" y="520778"/>
                </a:lnTo>
                <a:lnTo>
                  <a:pt x="0" y="520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287629" y="5009967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46725" y="450772"/>
            <a:ext cx="14257095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// Pergunta se deseja jogar novamente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Console.Write("Quer jogar novamente? (s/n): 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jogarNovamente = Console.ReadLine();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Console.WriteLine();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}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// Mensagem final do programa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Console.WriteLine("Obrigado por jogar!"); 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20963" y="4284902"/>
            <a:ext cx="1321379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QUER JOGAR NOVAMENTE? (S/N):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583766" y="7436370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30"/>
                </a:lnTo>
                <a:lnTo>
                  <a:pt x="0" y="182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1955" y="712259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8655" y="7545701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29"/>
                </a:lnTo>
                <a:lnTo>
                  <a:pt x="0" y="1821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84296" y="8026450"/>
            <a:ext cx="492740" cy="1231850"/>
          </a:xfrm>
          <a:custGeom>
            <a:avLst/>
            <a:gdLst/>
            <a:ahLst/>
            <a:cxnLst/>
            <a:rect r="r" b="b" t="t" l="l"/>
            <a:pathLst>
              <a:path h="1231850" w="492740">
                <a:moveTo>
                  <a:pt x="0" y="0"/>
                </a:moveTo>
                <a:lnTo>
                  <a:pt x="492740" y="0"/>
                </a:lnTo>
                <a:lnTo>
                  <a:pt x="492740" y="1231850"/>
                </a:lnTo>
                <a:lnTo>
                  <a:pt x="0" y="1231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549800" y="5540830"/>
            <a:ext cx="7515290" cy="1357163"/>
            <a:chOff x="0" y="0"/>
            <a:chExt cx="10020386" cy="180955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20386" cy="1546492"/>
              <a:chOff x="0" y="0"/>
              <a:chExt cx="1979336" cy="3054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79336" cy="305480"/>
              </a:xfrm>
              <a:custGeom>
                <a:avLst/>
                <a:gdLst/>
                <a:ahLst/>
                <a:cxnLst/>
                <a:rect r="r" b="b" t="t" l="l"/>
                <a:pathLst>
                  <a:path h="305480" w="1979336">
                    <a:moveTo>
                      <a:pt x="52538" y="0"/>
                    </a:moveTo>
                    <a:lnTo>
                      <a:pt x="1926798" y="0"/>
                    </a:lnTo>
                    <a:cubicBezTo>
                      <a:pt x="1940732" y="0"/>
                      <a:pt x="1954095" y="5535"/>
                      <a:pt x="1963948" y="15388"/>
                    </a:cubicBezTo>
                    <a:cubicBezTo>
                      <a:pt x="1973800" y="25241"/>
                      <a:pt x="1979336" y="38604"/>
                      <a:pt x="1979336" y="52538"/>
                    </a:cubicBezTo>
                    <a:lnTo>
                      <a:pt x="1979336" y="252942"/>
                    </a:lnTo>
                    <a:cubicBezTo>
                      <a:pt x="1979336" y="281958"/>
                      <a:pt x="1955814" y="305480"/>
                      <a:pt x="1926798" y="305480"/>
                    </a:cubicBezTo>
                    <a:lnTo>
                      <a:pt x="52538" y="305480"/>
                    </a:lnTo>
                    <a:cubicBezTo>
                      <a:pt x="38604" y="305480"/>
                      <a:pt x="25241" y="299945"/>
                      <a:pt x="15388" y="290092"/>
                    </a:cubicBezTo>
                    <a:cubicBezTo>
                      <a:pt x="5535" y="280239"/>
                      <a:pt x="0" y="266876"/>
                      <a:pt x="0" y="252942"/>
                    </a:cubicBezTo>
                    <a:lnTo>
                      <a:pt x="0" y="52538"/>
                    </a:lnTo>
                    <a:cubicBezTo>
                      <a:pt x="0" y="38604"/>
                      <a:pt x="5535" y="25241"/>
                      <a:pt x="15388" y="15388"/>
                    </a:cubicBezTo>
                    <a:cubicBezTo>
                      <a:pt x="25241" y="5535"/>
                      <a:pt x="38604" y="0"/>
                      <a:pt x="52538" y="0"/>
                    </a:cubicBezTo>
                    <a:close/>
                  </a:path>
                </a:pathLst>
              </a:custGeom>
              <a:solidFill>
                <a:srgbClr val="4CBC38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0"/>
                <a:ext cx="1979336" cy="400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7279"/>
                  </a:lnSpc>
                </a:pPr>
                <a:r>
                  <a:rPr lang="en-US" b="true" sz="51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    N</a:t>
                </a: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996324" y="312857"/>
              <a:ext cx="1496694" cy="1496694"/>
            </a:xfrm>
            <a:custGeom>
              <a:avLst/>
              <a:gdLst/>
              <a:ahLst/>
              <a:cxnLst/>
              <a:rect r="r" b="b" t="t" l="l"/>
              <a:pathLst>
                <a:path h="1496694" w="1496694">
                  <a:moveTo>
                    <a:pt x="0" y="0"/>
                  </a:moveTo>
                  <a:lnTo>
                    <a:pt x="1496694" y="0"/>
                  </a:lnTo>
                  <a:lnTo>
                    <a:pt x="1496694" y="1496694"/>
                  </a:lnTo>
                  <a:lnTo>
                    <a:pt x="0" y="149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859609" y="6295710"/>
            <a:ext cx="1321379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OBRIGADO POR JOGAR!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7066" y="701326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287629" y="5009967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57427" y="378431"/>
            <a:ext cx="16730235" cy="74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// Método responsável por validar a entrada do usuário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static int LerNumeroValido()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{ int numero;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while (true)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{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Tenta converter o que o usuário digitou para número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bool conversaoOk = int.TryParse(Console.ReadLine(), out numero);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Caso não seja número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if (!conversaoOk)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{Console.Write("Entrada inválida! Digite um número inteiro (0 a 20): 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continue; }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0 é permitido para sair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if (numero == 0)  {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return 0;}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583766" y="7436370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30"/>
                </a:lnTo>
                <a:lnTo>
                  <a:pt x="0" y="182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8655" y="7845597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29"/>
                </a:lnTo>
                <a:lnTo>
                  <a:pt x="0" y="1821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35665" y="8158102"/>
            <a:ext cx="592106" cy="1100198"/>
          </a:xfrm>
          <a:custGeom>
            <a:avLst/>
            <a:gdLst/>
            <a:ahLst/>
            <a:cxnLst/>
            <a:rect r="r" b="b" t="t" l="l"/>
            <a:pathLst>
              <a:path h="1100198" w="592106">
                <a:moveTo>
                  <a:pt x="0" y="0"/>
                </a:moveTo>
                <a:lnTo>
                  <a:pt x="592106" y="0"/>
                </a:lnTo>
                <a:lnTo>
                  <a:pt x="592106" y="1100198"/>
                </a:lnTo>
                <a:lnTo>
                  <a:pt x="0" y="1100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07722" y="8375734"/>
            <a:ext cx="817884" cy="761654"/>
          </a:xfrm>
          <a:custGeom>
            <a:avLst/>
            <a:gdLst/>
            <a:ahLst/>
            <a:cxnLst/>
            <a:rect r="r" b="b" t="t" l="l"/>
            <a:pathLst>
              <a:path h="761654" w="817884">
                <a:moveTo>
                  <a:pt x="0" y="0"/>
                </a:moveTo>
                <a:lnTo>
                  <a:pt x="817883" y="0"/>
                </a:lnTo>
                <a:lnTo>
                  <a:pt x="817883" y="761654"/>
                </a:lnTo>
                <a:lnTo>
                  <a:pt x="0" y="761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72081" y="6060198"/>
            <a:ext cx="8413707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ENTRADA INVÁLIDA! DIGITE UM NÚMERO INTEIRO (0 A 20):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072081" y="7704848"/>
            <a:ext cx="7515290" cy="1357163"/>
            <a:chOff x="0" y="0"/>
            <a:chExt cx="10020386" cy="180955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020386" cy="1546492"/>
              <a:chOff x="0" y="0"/>
              <a:chExt cx="1979336" cy="30548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79336" cy="305480"/>
              </a:xfrm>
              <a:custGeom>
                <a:avLst/>
                <a:gdLst/>
                <a:ahLst/>
                <a:cxnLst/>
                <a:rect r="r" b="b" t="t" l="l"/>
                <a:pathLst>
                  <a:path h="305480" w="1979336">
                    <a:moveTo>
                      <a:pt x="52538" y="0"/>
                    </a:moveTo>
                    <a:lnTo>
                      <a:pt x="1926798" y="0"/>
                    </a:lnTo>
                    <a:cubicBezTo>
                      <a:pt x="1940732" y="0"/>
                      <a:pt x="1954095" y="5535"/>
                      <a:pt x="1963948" y="15388"/>
                    </a:cubicBezTo>
                    <a:cubicBezTo>
                      <a:pt x="1973800" y="25241"/>
                      <a:pt x="1979336" y="38604"/>
                      <a:pt x="1979336" y="52538"/>
                    </a:cubicBezTo>
                    <a:lnTo>
                      <a:pt x="1979336" y="252942"/>
                    </a:lnTo>
                    <a:cubicBezTo>
                      <a:pt x="1979336" y="281958"/>
                      <a:pt x="1955814" y="305480"/>
                      <a:pt x="1926798" y="305480"/>
                    </a:cubicBezTo>
                    <a:lnTo>
                      <a:pt x="52538" y="305480"/>
                    </a:lnTo>
                    <a:cubicBezTo>
                      <a:pt x="38604" y="305480"/>
                      <a:pt x="25241" y="299945"/>
                      <a:pt x="15388" y="290092"/>
                    </a:cubicBezTo>
                    <a:cubicBezTo>
                      <a:pt x="5535" y="280239"/>
                      <a:pt x="0" y="266876"/>
                      <a:pt x="0" y="252942"/>
                    </a:cubicBezTo>
                    <a:lnTo>
                      <a:pt x="0" y="52538"/>
                    </a:lnTo>
                    <a:cubicBezTo>
                      <a:pt x="0" y="38604"/>
                      <a:pt x="5535" y="25241"/>
                      <a:pt x="15388" y="15388"/>
                    </a:cubicBezTo>
                    <a:cubicBezTo>
                      <a:pt x="25241" y="5535"/>
                      <a:pt x="38604" y="0"/>
                      <a:pt x="52538" y="0"/>
                    </a:cubicBezTo>
                    <a:close/>
                  </a:path>
                </a:pathLst>
              </a:custGeom>
              <a:solidFill>
                <a:srgbClr val="4CBC3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0"/>
                <a:ext cx="1979336" cy="400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7279"/>
                  </a:lnSpc>
                </a:pPr>
                <a:r>
                  <a:rPr lang="en-US" b="true" sz="51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    10</a:t>
                </a: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983624" y="312857"/>
              <a:ext cx="1496694" cy="1496694"/>
            </a:xfrm>
            <a:custGeom>
              <a:avLst/>
              <a:gdLst/>
              <a:ahLst/>
              <a:cxnLst/>
              <a:rect r="r" b="b" t="t" l="l"/>
              <a:pathLst>
                <a:path h="1496694" w="1496694">
                  <a:moveTo>
                    <a:pt x="0" y="0"/>
                  </a:moveTo>
                  <a:lnTo>
                    <a:pt x="1496694" y="0"/>
                  </a:lnTo>
                  <a:lnTo>
                    <a:pt x="1496694" y="1496694"/>
                  </a:lnTo>
                  <a:lnTo>
                    <a:pt x="0" y="149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7066" y="7013260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287629" y="5009967"/>
            <a:ext cx="2137522" cy="520778"/>
          </a:xfrm>
          <a:custGeom>
            <a:avLst/>
            <a:gdLst/>
            <a:ahLst/>
            <a:cxnLst/>
            <a:rect r="r" b="b" t="t" l="l"/>
            <a:pathLst>
              <a:path h="520778" w="2137522">
                <a:moveTo>
                  <a:pt x="2137522" y="0"/>
                </a:moveTo>
                <a:lnTo>
                  <a:pt x="0" y="0"/>
                </a:lnTo>
                <a:lnTo>
                  <a:pt x="0" y="520778"/>
                </a:lnTo>
                <a:lnTo>
                  <a:pt x="2137522" y="520778"/>
                </a:lnTo>
                <a:lnTo>
                  <a:pt x="21375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57427" y="343506"/>
            <a:ext cx="16730235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// Verifica se está dentro do intervalo permitido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if (numero &lt; 1 || numero &gt; 20)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{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Console.Write("Número fora do intervalo! Digite um número entre 1 e 20 (ou 0 para sair): ");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continue;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}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// Se chegou aqui, o número é válido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return numero;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583766" y="7436370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30"/>
                </a:lnTo>
                <a:lnTo>
                  <a:pt x="0" y="182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1955" y="7422486"/>
            <a:ext cx="898016" cy="2245040"/>
          </a:xfrm>
          <a:custGeom>
            <a:avLst/>
            <a:gdLst/>
            <a:ahLst/>
            <a:cxnLst/>
            <a:rect r="r" b="b" t="t" l="l"/>
            <a:pathLst>
              <a:path h="2245040" w="898016">
                <a:moveTo>
                  <a:pt x="0" y="0"/>
                </a:moveTo>
                <a:lnTo>
                  <a:pt x="898016" y="0"/>
                </a:lnTo>
                <a:lnTo>
                  <a:pt x="898016" y="2245040"/>
                </a:lnTo>
                <a:lnTo>
                  <a:pt x="0" y="224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655" y="7845597"/>
            <a:ext cx="728772" cy="1821930"/>
          </a:xfrm>
          <a:custGeom>
            <a:avLst/>
            <a:gdLst/>
            <a:ahLst/>
            <a:cxnLst/>
            <a:rect r="r" b="b" t="t" l="l"/>
            <a:pathLst>
              <a:path h="1821930" w="728772">
                <a:moveTo>
                  <a:pt x="0" y="0"/>
                </a:moveTo>
                <a:lnTo>
                  <a:pt x="728772" y="0"/>
                </a:lnTo>
                <a:lnTo>
                  <a:pt x="728772" y="1821929"/>
                </a:lnTo>
                <a:lnTo>
                  <a:pt x="0" y="1821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84296" y="8326345"/>
            <a:ext cx="492740" cy="1231850"/>
          </a:xfrm>
          <a:custGeom>
            <a:avLst/>
            <a:gdLst/>
            <a:ahLst/>
            <a:cxnLst/>
            <a:rect r="r" b="b" t="t" l="l"/>
            <a:pathLst>
              <a:path h="1231850" w="492740">
                <a:moveTo>
                  <a:pt x="0" y="0"/>
                </a:moveTo>
                <a:lnTo>
                  <a:pt x="492740" y="0"/>
                </a:lnTo>
                <a:lnTo>
                  <a:pt x="492740" y="1231851"/>
                </a:lnTo>
                <a:lnTo>
                  <a:pt x="0" y="1231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84296" y="5785370"/>
            <a:ext cx="13213795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NÚMERO FORA DO INTERVALO! DIGITE UM NÚMERO ENTRE 1 E 20 (OU 0 PARA SAIR):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800820" y="7668754"/>
            <a:ext cx="7515290" cy="1357163"/>
            <a:chOff x="0" y="0"/>
            <a:chExt cx="10020386" cy="180955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020386" cy="1546492"/>
              <a:chOff x="0" y="0"/>
              <a:chExt cx="1979336" cy="30548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79336" cy="305480"/>
              </a:xfrm>
              <a:custGeom>
                <a:avLst/>
                <a:gdLst/>
                <a:ahLst/>
                <a:cxnLst/>
                <a:rect r="r" b="b" t="t" l="l"/>
                <a:pathLst>
                  <a:path h="305480" w="1979336">
                    <a:moveTo>
                      <a:pt x="52538" y="0"/>
                    </a:moveTo>
                    <a:lnTo>
                      <a:pt x="1926798" y="0"/>
                    </a:lnTo>
                    <a:cubicBezTo>
                      <a:pt x="1940732" y="0"/>
                      <a:pt x="1954095" y="5535"/>
                      <a:pt x="1963948" y="15388"/>
                    </a:cubicBezTo>
                    <a:cubicBezTo>
                      <a:pt x="1973800" y="25241"/>
                      <a:pt x="1979336" y="38604"/>
                      <a:pt x="1979336" y="52538"/>
                    </a:cubicBezTo>
                    <a:lnTo>
                      <a:pt x="1979336" y="252942"/>
                    </a:lnTo>
                    <a:cubicBezTo>
                      <a:pt x="1979336" y="281958"/>
                      <a:pt x="1955814" y="305480"/>
                      <a:pt x="1926798" y="305480"/>
                    </a:cubicBezTo>
                    <a:lnTo>
                      <a:pt x="52538" y="305480"/>
                    </a:lnTo>
                    <a:cubicBezTo>
                      <a:pt x="38604" y="305480"/>
                      <a:pt x="25241" y="299945"/>
                      <a:pt x="15388" y="290092"/>
                    </a:cubicBezTo>
                    <a:cubicBezTo>
                      <a:pt x="5535" y="280239"/>
                      <a:pt x="0" y="266876"/>
                      <a:pt x="0" y="252942"/>
                    </a:cubicBezTo>
                    <a:lnTo>
                      <a:pt x="0" y="52538"/>
                    </a:lnTo>
                    <a:cubicBezTo>
                      <a:pt x="0" y="38604"/>
                      <a:pt x="5535" y="25241"/>
                      <a:pt x="15388" y="15388"/>
                    </a:cubicBezTo>
                    <a:cubicBezTo>
                      <a:pt x="25241" y="5535"/>
                      <a:pt x="38604" y="0"/>
                      <a:pt x="52538" y="0"/>
                    </a:cubicBezTo>
                    <a:close/>
                  </a:path>
                </a:pathLst>
              </a:custGeom>
              <a:solidFill>
                <a:srgbClr val="4CBC3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0"/>
                <a:ext cx="1979336" cy="400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7279"/>
                  </a:lnSpc>
                </a:pPr>
                <a:r>
                  <a:rPr lang="en-US" b="true" sz="51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    0</a:t>
                </a: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983624" y="312857"/>
              <a:ext cx="1496694" cy="1496694"/>
            </a:xfrm>
            <a:custGeom>
              <a:avLst/>
              <a:gdLst/>
              <a:ahLst/>
              <a:cxnLst/>
              <a:rect r="r" b="b" t="t" l="l"/>
              <a:pathLst>
                <a:path h="1496694" w="1496694">
                  <a:moveTo>
                    <a:pt x="0" y="0"/>
                  </a:moveTo>
                  <a:lnTo>
                    <a:pt x="1496694" y="0"/>
                  </a:lnTo>
                  <a:lnTo>
                    <a:pt x="1496694" y="1496694"/>
                  </a:lnTo>
                  <a:lnTo>
                    <a:pt x="0" y="149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50201" y="-183450"/>
            <a:ext cx="11387597" cy="625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5"/>
              </a:lnSpc>
            </a:pPr>
            <a:r>
              <a:rPr lang="en-US" sz="18988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2876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6400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60429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23801" y="1810243"/>
            <a:ext cx="3439941" cy="838095"/>
          </a:xfrm>
          <a:custGeom>
            <a:avLst/>
            <a:gdLst/>
            <a:ahLst/>
            <a:cxnLst/>
            <a:rect r="r" b="b" t="t" l="l"/>
            <a:pathLst>
              <a:path h="838095" w="3439941">
                <a:moveTo>
                  <a:pt x="0" y="0"/>
                </a:moveTo>
                <a:lnTo>
                  <a:pt x="3439941" y="0"/>
                </a:lnTo>
                <a:lnTo>
                  <a:pt x="3439941" y="838095"/>
                </a:lnTo>
                <a:lnTo>
                  <a:pt x="0" y="8380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371860" y="1810243"/>
            <a:ext cx="3439941" cy="838095"/>
          </a:xfrm>
          <a:custGeom>
            <a:avLst/>
            <a:gdLst/>
            <a:ahLst/>
            <a:cxnLst/>
            <a:rect r="r" b="b" t="t" l="l"/>
            <a:pathLst>
              <a:path h="838095" w="3439941">
                <a:moveTo>
                  <a:pt x="3439941" y="0"/>
                </a:moveTo>
                <a:lnTo>
                  <a:pt x="0" y="0"/>
                </a:lnTo>
                <a:lnTo>
                  <a:pt x="0" y="838095"/>
                </a:lnTo>
                <a:lnTo>
                  <a:pt x="3439941" y="838095"/>
                </a:lnTo>
                <a:lnTo>
                  <a:pt x="34399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69971" y="495581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0" y="0"/>
                </a:moveTo>
                <a:lnTo>
                  <a:pt x="1468504" y="0"/>
                </a:lnTo>
                <a:lnTo>
                  <a:pt x="1468504" y="664832"/>
                </a:lnTo>
                <a:lnTo>
                  <a:pt x="0" y="66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103547" y="495581"/>
            <a:ext cx="1468503" cy="664832"/>
          </a:xfrm>
          <a:custGeom>
            <a:avLst/>
            <a:gdLst/>
            <a:ahLst/>
            <a:cxnLst/>
            <a:rect r="r" b="b" t="t" l="l"/>
            <a:pathLst>
              <a:path h="664832" w="1468503">
                <a:moveTo>
                  <a:pt x="1468503" y="0"/>
                </a:moveTo>
                <a:lnTo>
                  <a:pt x="0" y="0"/>
                </a:lnTo>
                <a:lnTo>
                  <a:pt x="0" y="664832"/>
                </a:lnTo>
                <a:lnTo>
                  <a:pt x="1468503" y="664832"/>
                </a:lnTo>
                <a:lnTo>
                  <a:pt x="14685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9194" y="4937221"/>
            <a:ext cx="4791519" cy="4321079"/>
          </a:xfrm>
          <a:custGeom>
            <a:avLst/>
            <a:gdLst/>
            <a:ahLst/>
            <a:cxnLst/>
            <a:rect r="r" b="b" t="t" l="l"/>
            <a:pathLst>
              <a:path h="4321079" w="4791519">
                <a:moveTo>
                  <a:pt x="0" y="0"/>
                </a:moveTo>
                <a:lnTo>
                  <a:pt x="4791519" y="0"/>
                </a:lnTo>
                <a:lnTo>
                  <a:pt x="4791519" y="4321079"/>
                </a:lnTo>
                <a:lnTo>
                  <a:pt x="0" y="43210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2987287" y="4937221"/>
            <a:ext cx="4791519" cy="4321079"/>
          </a:xfrm>
          <a:custGeom>
            <a:avLst/>
            <a:gdLst/>
            <a:ahLst/>
            <a:cxnLst/>
            <a:rect r="r" b="b" t="t" l="l"/>
            <a:pathLst>
              <a:path h="4321079" w="4791519">
                <a:moveTo>
                  <a:pt x="4791519" y="0"/>
                </a:moveTo>
                <a:lnTo>
                  <a:pt x="0" y="0"/>
                </a:lnTo>
                <a:lnTo>
                  <a:pt x="0" y="4321079"/>
                </a:lnTo>
                <a:lnTo>
                  <a:pt x="4791519" y="4321079"/>
                </a:lnTo>
                <a:lnTo>
                  <a:pt x="479151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45554" y="7790974"/>
            <a:ext cx="586930" cy="1467326"/>
          </a:xfrm>
          <a:custGeom>
            <a:avLst/>
            <a:gdLst/>
            <a:ahLst/>
            <a:cxnLst/>
            <a:rect r="r" b="b" t="t" l="l"/>
            <a:pathLst>
              <a:path h="1467326" w="586930">
                <a:moveTo>
                  <a:pt x="0" y="0"/>
                </a:moveTo>
                <a:lnTo>
                  <a:pt x="586931" y="0"/>
                </a:lnTo>
                <a:lnTo>
                  <a:pt x="586931" y="1467326"/>
                </a:lnTo>
                <a:lnTo>
                  <a:pt x="0" y="1467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2693822" y="7790974"/>
            <a:ext cx="586930" cy="1467326"/>
          </a:xfrm>
          <a:custGeom>
            <a:avLst/>
            <a:gdLst/>
            <a:ahLst/>
            <a:cxnLst/>
            <a:rect r="r" b="b" t="t" l="l"/>
            <a:pathLst>
              <a:path h="1467326" w="586930">
                <a:moveTo>
                  <a:pt x="586930" y="0"/>
                </a:moveTo>
                <a:lnTo>
                  <a:pt x="0" y="0"/>
                </a:lnTo>
                <a:lnTo>
                  <a:pt x="0" y="1467326"/>
                </a:lnTo>
                <a:lnTo>
                  <a:pt x="586930" y="1467326"/>
                </a:lnTo>
                <a:lnTo>
                  <a:pt x="58693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86830" y="8158102"/>
            <a:ext cx="592106" cy="1100198"/>
          </a:xfrm>
          <a:custGeom>
            <a:avLst/>
            <a:gdLst/>
            <a:ahLst/>
            <a:cxnLst/>
            <a:rect r="r" b="b" t="t" l="l"/>
            <a:pathLst>
              <a:path h="1100198" w="592106">
                <a:moveTo>
                  <a:pt x="0" y="0"/>
                </a:moveTo>
                <a:lnTo>
                  <a:pt x="592107" y="0"/>
                </a:lnTo>
                <a:lnTo>
                  <a:pt x="592107" y="1100198"/>
                </a:lnTo>
                <a:lnTo>
                  <a:pt x="0" y="1100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84942" y="6070024"/>
            <a:ext cx="1654501" cy="3105719"/>
          </a:xfrm>
          <a:custGeom>
            <a:avLst/>
            <a:gdLst/>
            <a:ahLst/>
            <a:cxnLst/>
            <a:rect r="r" b="b" t="t" l="l"/>
            <a:pathLst>
              <a:path h="3105719" w="1654501">
                <a:moveTo>
                  <a:pt x="0" y="0"/>
                </a:moveTo>
                <a:lnTo>
                  <a:pt x="1654501" y="0"/>
                </a:lnTo>
                <a:lnTo>
                  <a:pt x="1654501" y="3105718"/>
                </a:lnTo>
                <a:lnTo>
                  <a:pt x="0" y="31057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25193" y="5987466"/>
            <a:ext cx="1742462" cy="3270834"/>
          </a:xfrm>
          <a:custGeom>
            <a:avLst/>
            <a:gdLst/>
            <a:ahLst/>
            <a:cxnLst/>
            <a:rect r="r" b="b" t="t" l="l"/>
            <a:pathLst>
              <a:path h="3270834" w="1742462">
                <a:moveTo>
                  <a:pt x="0" y="0"/>
                </a:moveTo>
                <a:lnTo>
                  <a:pt x="1742462" y="0"/>
                </a:lnTo>
                <a:lnTo>
                  <a:pt x="1742462" y="3270834"/>
                </a:lnTo>
                <a:lnTo>
                  <a:pt x="0" y="32708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21812" y="8158102"/>
            <a:ext cx="586105" cy="1100198"/>
          </a:xfrm>
          <a:custGeom>
            <a:avLst/>
            <a:gdLst/>
            <a:ahLst/>
            <a:cxnLst/>
            <a:rect r="r" b="b" t="t" l="l"/>
            <a:pathLst>
              <a:path h="1100198" w="586105">
                <a:moveTo>
                  <a:pt x="0" y="0"/>
                </a:moveTo>
                <a:lnTo>
                  <a:pt x="586105" y="0"/>
                </a:lnTo>
                <a:lnTo>
                  <a:pt x="586105" y="1100198"/>
                </a:lnTo>
                <a:lnTo>
                  <a:pt x="0" y="11001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DAHHq71vgTE</dc:identifier>
  <dcterms:modified xsi:type="dcterms:W3CDTF">2011-08-01T06:04:30Z</dcterms:modified>
  <cp:revision>1</cp:revision>
  <dc:title>O NÚMERO ===</dc:title>
</cp:coreProperties>
</file>